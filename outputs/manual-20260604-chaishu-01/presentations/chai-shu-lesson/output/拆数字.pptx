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9d138f10224915" /><Relationship Type="http://schemas.openxmlformats.org/officeDocument/2006/relationships/extended-properties" Target="/docProps/app.xml" Id="R2e94040397504461" /><Relationship Type="http://schemas.openxmlformats.org/officeDocument/2006/relationships/officeDocument" Target="/ppt/presentation.xml" Id="Rd372e933fd954f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5096725ea34377"/>
  </p:sldMasterIdLst>
  <p:notesMasterIdLst>
    <p:notesMasterId xmlns:r="http://schemas.openxmlformats.org/officeDocument/2006/relationships" r:id="R947c3a033e1e4edc"/>
  </p:notesMasterIdLst>
  <p:sldIdLst>
    <p:sldId xmlns:r="http://schemas.openxmlformats.org/officeDocument/2006/relationships" id="256" r:id="Re8c3560246d74690"/>
    <p:sldId xmlns:r="http://schemas.openxmlformats.org/officeDocument/2006/relationships" id="257" r:id="Red4458bf4dcd4d9d"/>
    <p:sldId xmlns:r="http://schemas.openxmlformats.org/officeDocument/2006/relationships" id="258" r:id="Rf42beaa988724447"/>
    <p:sldId xmlns:r="http://schemas.openxmlformats.org/officeDocument/2006/relationships" id="259" r:id="R86ae226459bf46a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1ee3fbf6914745" /><Relationship Type="http://schemas.openxmlformats.org/officeDocument/2006/relationships/slideMaster" Target="/ppt/slideMasters/slideMaster1.xml" Id="R145096725ea34377" /><Relationship Type="http://schemas.openxmlformats.org/officeDocument/2006/relationships/notesMaster" Target="/ppt/notesMasters/notesMaster1.xml" Id="R947c3a033e1e4edc" /><Relationship Type="http://schemas.openxmlformats.org/officeDocument/2006/relationships/presProps" Target="/ppt/presProps.xml" Id="R4e0dfc9e1e9a401d" /><Relationship Type="http://schemas.openxmlformats.org/officeDocument/2006/relationships/viewProps" Target="/ppt/viewProps.xml" Id="R5d301613c4bd48dc" /><Relationship Type="http://schemas.openxmlformats.org/officeDocument/2006/relationships/tableStyles" Target="/ppt/tableStyles.xml" Id="R93532fee6cbc4b46" /><Relationship Type="http://schemas.openxmlformats.org/officeDocument/2006/relationships/slide" Target="/ppt/slides/slide1.xml" Id="Re8c3560246d74690" /><Relationship Type="http://schemas.openxmlformats.org/officeDocument/2006/relationships/slide" Target="/ppt/slides/slide2.xml" Id="Red4458bf4dcd4d9d" /><Relationship Type="http://schemas.openxmlformats.org/officeDocument/2006/relationships/slide" Target="/ppt/slides/slide3.xml" Id="Rf42beaa988724447" /><Relationship Type="http://schemas.openxmlformats.org/officeDocument/2006/relationships/slide" Target="/ppt/slides/slide4.xml" Id="R86ae226459bf46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868d8d20924a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667aa1288d4279" /><Relationship Type="http://schemas.openxmlformats.org/officeDocument/2006/relationships/notesMaster" Target="/ppt/notesMasters/notesMaster1.xml" Id="Rb2125ff0003e4f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756d41c2f24430" /><Relationship Type="http://schemas.openxmlformats.org/officeDocument/2006/relationships/notesMaster" Target="/ppt/notesMasters/notesMaster1.xml" Id="Rd1cd8656b4fe4b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46061fdf0546b6" /><Relationship Type="http://schemas.openxmlformats.org/officeDocument/2006/relationships/notesMaster" Target="/ppt/notesMasters/notesMaster1.xml" Id="R062b84f257984e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1337a5eb004ca4" /><Relationship Type="http://schemas.openxmlformats.org/officeDocument/2006/relationships/notesMaster" Target="/ppt/notesMasters/notesMaster1.xml" Id="R8f21bb04ab4141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4efa3a59774e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f2cbb59b9b46d4" /><Relationship Type="http://schemas.openxmlformats.org/officeDocument/2006/relationships/slideLayout" Target="/ppt/slideLayouts/slideLayout1.xml" Id="Rde8798715d3e4f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8798715d3e4f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39cf6210104ed2" /><Relationship Type="http://schemas.openxmlformats.org/officeDocument/2006/relationships/notesSlide" Target="/ppt/notesSlides/notesSlide1.xml" Id="R79cfcd57d8f34d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dbafc59e445e9" /><Relationship Type="http://schemas.openxmlformats.org/officeDocument/2006/relationships/notesSlide" Target="/ppt/notesSlides/notesSlide2.xml" Id="R18ed2b7579b94d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d7e854da874bca" /><Relationship Type="http://schemas.openxmlformats.org/officeDocument/2006/relationships/notesSlide" Target="/ppt/notesSlides/notesSlide3.xml" Id="Rc0bb9349f6744a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e4ead0b689401d" /><Relationship Type="http://schemas.openxmlformats.org/officeDocument/2006/relationships/notesSlide" Target="/ppt/notesSlides/notesSlide4.xml" Id="R33b1de07687d493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58C9B5-E4B8-449E-B0C9-6ABB5E81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E1CF2F-3C75-4568-B9AF-9D7A2FC6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3900"/>
            <a:ext cx="4000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821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650" b="1">
                <a:solidFill>
                  <a:srgbClr val="18212F"/>
                </a:solidFill>
                <a:latin typeface="Microsoft YaHei UI"/>
                <a:ea typeface="Microsoft YaHei UI"/>
                <a:cs typeface="Microsoft YaHei UI"/>
              </a:rPr>
              <a:t>拆数字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68A456-1E32-4D65-B744-09D5480C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把一个数拆成两个数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00ECA2-055D-47A4-A9E5-ABF19BC6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066800"/>
            <a:ext cx="1104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13335">
            <a:solidFill>
              <a:srgbClr val="2E64B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3021B7-5D2C-4A97-B182-D61F9B11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133475"/>
            <a:ext cx="1104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2E64B6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2E64B6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254A0A-828B-47E7-966F-F594EB2A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05000"/>
            <a:ext cx="342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2E64B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050" b="1">
                <a:solidFill>
                  <a:srgbClr val="2E64B6"/>
                </a:solidFill>
                <a:latin typeface="Microsoft YaHei UI"/>
                <a:ea typeface="Microsoft YaHei UI"/>
                <a:cs typeface="Microsoft YaHei UI"/>
              </a:rPr>
              <a:t>／      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3E7EC0-7E5A-4DB0-BE71-5AE45BB0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1066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6E8"/>
          </a:solidFill>
          <a:ln xmlns:a="http://schemas.openxmlformats.org/drawingml/2006/main" w="13335">
            <a:solidFill>
              <a:srgbClr val="178A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3C0591-3FF6-4D29-8719-9A19F7B1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28925"/>
            <a:ext cx="1066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8A5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8A5B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FC659F-AE79-46EF-857F-57E48EFF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62250"/>
            <a:ext cx="1066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1D8"/>
          </a:solidFill>
          <a:ln xmlns:a="http://schemas.openxmlformats.org/drawingml/2006/main" w="13335">
            <a:solidFill>
              <a:srgbClr val="D45D4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400818-ECC0-4216-8B29-7AF65EA8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28925"/>
            <a:ext cx="1066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D45D45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D45D45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F9017F-7189-4B6E-B280-8B2B0BD3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67150"/>
            <a:ext cx="4038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21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18212F"/>
                </a:solidFill>
                <a:latin typeface="Microsoft YaHei UI"/>
                <a:ea typeface="Microsoft YaHei UI"/>
                <a:cs typeface="Microsoft YaHei UI"/>
              </a:rPr>
              <a:t>3 可以分成 1 和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11717D-5950-456F-A585-42847C20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E64B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2E64B6"/>
                </a:solidFill>
                <a:latin typeface="Microsoft YaHei UI"/>
                <a:ea typeface="Microsoft YaHei UI"/>
                <a:cs typeface="Microsoft YaHei UI"/>
              </a:rPr>
              <a:t>写法：数字下面画一撇一捺，像“八”字形。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43F148-CD19-485C-9E08-2674AE30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05350"/>
            <a:ext cx="457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21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0">
                <a:solidFill>
                  <a:srgbClr val="18212F"/>
                </a:solidFill>
                <a:latin typeface="Microsoft YaHei UI"/>
                <a:ea typeface="Microsoft YaHei UI"/>
                <a:cs typeface="Microsoft YaHei UI"/>
              </a:rPr>
              <a:t>读法：3 可以分成 1 和 2。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CFFABA-BACC-4284-AFFD-A6382E2D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5790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0704270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E1342E-00FB-450A-8E59-91ED6F31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8DF9E8-4E7E-4BA2-942E-188DC216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23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850" b="1">
                <a:solidFill>
                  <a:srgbClr val="18212F"/>
                </a:solidFill>
                <a:latin typeface="Microsoft YaHei UI"/>
                <a:ea typeface="Microsoft YaHei UI"/>
                <a:cs typeface="Microsoft YaHei UI"/>
              </a:rPr>
              <a:t>示例：3 可以分成 1 和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7AD92E-9B62-46C8-940B-495A2EC2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723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只要拆成两个数即可。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828307-C51A-42B2-BB16-DDB2F12C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95450"/>
            <a:ext cx="1104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13335">
            <a:solidFill>
              <a:srgbClr val="D45D4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189E01-5DCB-4CB0-95CB-C210019F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762125"/>
            <a:ext cx="1104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D45D45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D45D45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B243DE-68B2-42D0-824C-998D5683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533650"/>
            <a:ext cx="342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D45D4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050" b="1">
                <a:solidFill>
                  <a:srgbClr val="D45D45"/>
                </a:solidFill>
                <a:latin typeface="Microsoft YaHei UI"/>
                <a:ea typeface="Microsoft YaHei UI"/>
                <a:cs typeface="Microsoft YaHei UI"/>
              </a:rPr>
              <a:t>／      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5C47BE-D5DD-43DE-A74B-68C8D565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90900"/>
            <a:ext cx="1066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6E8"/>
          </a:solidFill>
          <a:ln xmlns:a="http://schemas.openxmlformats.org/drawingml/2006/main" w="13335">
            <a:solidFill>
              <a:srgbClr val="178A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37ECE0-289E-4344-ABB7-D68776BA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457575"/>
            <a:ext cx="1066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8A5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8A5B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15911B-049B-4361-81A5-1FD85E08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90900"/>
            <a:ext cx="1066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1D8"/>
          </a:solidFill>
          <a:ln xmlns:a="http://schemas.openxmlformats.org/drawingml/2006/main" w="13335">
            <a:solidFill>
              <a:srgbClr val="D45D4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64BB8D-111A-4595-9DA2-74217D9D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57575"/>
            <a:ext cx="1066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D45D45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D45D45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82E0E6-A56B-40AF-A8E6-3A94FBAA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95800"/>
            <a:ext cx="4038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21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18212F"/>
                </a:solidFill>
                <a:latin typeface="Microsoft YaHei UI"/>
                <a:ea typeface="Microsoft YaHei UI"/>
                <a:cs typeface="Microsoft YaHei UI"/>
              </a:rPr>
              <a:t>3 可以分成 1 和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84B883-D46D-466C-8155-B8F3CDD4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3835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21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75" b="1">
                <a:solidFill>
                  <a:srgbClr val="18212F"/>
                </a:solidFill>
                <a:latin typeface="Microsoft YaHei UI"/>
                <a:ea typeface="Microsoft YaHei UI"/>
                <a:cs typeface="Microsoft YaHei UI"/>
              </a:rPr>
              <a:t>先写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F382E7-C5D4-4A1D-9427-E968619F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85750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821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0">
                <a:solidFill>
                  <a:srgbClr val="18212F"/>
                </a:solidFill>
                <a:latin typeface="Microsoft YaHei UI"/>
                <a:ea typeface="Microsoft YaHei UI"/>
                <a:cs typeface="Microsoft YaHei UI"/>
              </a:rPr>
              <a:t>在 3 的下面画一撇一捺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52D76A-C60F-4F3A-B515-690EA4C9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67665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821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0">
                <a:solidFill>
                  <a:srgbClr val="18212F"/>
                </a:solidFill>
                <a:latin typeface="Microsoft YaHei UI"/>
                <a:ea typeface="Microsoft YaHei UI"/>
                <a:cs typeface="Microsoft YaHei UI"/>
              </a:rPr>
              <a:t>下面写 1 和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BD0086-BA24-4EE7-AECC-5DEFB251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667250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45D4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D45D45"/>
                </a:solidFill>
                <a:latin typeface="Microsoft YaHei UI"/>
                <a:ea typeface="Microsoft YaHei UI"/>
                <a:cs typeface="Microsoft YaHei UI"/>
              </a:rPr>
              <a:t>读作：3 可以分成 1 和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B9774C-C828-42B8-A37B-8539620B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5790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8034924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F51F05-25E1-4EB5-B01A-0F3587D8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1042FF-86A4-454D-BE54-659A15B2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23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850" b="1">
                <a:solidFill>
                  <a:srgbClr val="18212F"/>
                </a:solidFill>
                <a:latin typeface="Microsoft YaHei UI"/>
                <a:ea typeface="Microsoft YaHei UI"/>
                <a:cs typeface="Microsoft YaHei UI"/>
              </a:rPr>
              <a:t>再看两个例子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FE425A-7749-455E-AC1B-17AE58DE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723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每次都只拆成两个数。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950C49-7757-44D5-8AA6-79D795DF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76400"/>
            <a:ext cx="1104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13335">
            <a:solidFill>
              <a:srgbClr val="178A5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A21405-5C3B-4ED2-B146-82C70F3F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743075"/>
            <a:ext cx="1104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78A5B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8A5B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71EA5F-E9E3-4F7F-A8BB-D6EF0CFC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14600"/>
            <a:ext cx="342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178A5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050" b="1">
                <a:solidFill>
                  <a:srgbClr val="178A5B"/>
                </a:solidFill>
                <a:latin typeface="Microsoft YaHei UI"/>
                <a:ea typeface="Microsoft YaHei UI"/>
                <a:cs typeface="Microsoft YaHei UI"/>
              </a:rPr>
              <a:t>／      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79EE4C-CEF6-4DDF-A565-20624EE2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371850"/>
            <a:ext cx="1066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6E8"/>
          </a:solidFill>
          <a:ln xmlns:a="http://schemas.openxmlformats.org/drawingml/2006/main" w="13335">
            <a:solidFill>
              <a:srgbClr val="178A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061CC4-BAC3-4460-867D-D3102573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38525"/>
            <a:ext cx="1066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8A5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8A5B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00A352-490C-4C91-9F09-CE135389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71850"/>
            <a:ext cx="1066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1D8"/>
          </a:solidFill>
          <a:ln xmlns:a="http://schemas.openxmlformats.org/drawingml/2006/main" w="13335">
            <a:solidFill>
              <a:srgbClr val="D45D4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C6EAEB-9A48-4CBF-9888-E82CFCC4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438525"/>
            <a:ext cx="1066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D45D45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D45D45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8166EC-DF9C-464B-A52A-9264DBE4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76750"/>
            <a:ext cx="4038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21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18212F"/>
                </a:solidFill>
                <a:latin typeface="Microsoft YaHei UI"/>
                <a:ea typeface="Microsoft YaHei UI"/>
                <a:cs typeface="Microsoft YaHei UI"/>
              </a:rPr>
              <a:t>4 可以分成 1 和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51491F-AA1F-4904-8C12-CA1CEBAB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76400"/>
            <a:ext cx="1104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13335">
            <a:solidFill>
              <a:srgbClr val="9B6B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A8143B-6AE3-46DE-9595-8B4A1ABF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43075"/>
            <a:ext cx="1104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9B6B0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9B6B00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B28034-7C85-49AC-917B-059DE779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14600"/>
            <a:ext cx="342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9B6B0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050" b="1">
                <a:solidFill>
                  <a:srgbClr val="9B6B00"/>
                </a:solidFill>
                <a:latin typeface="Microsoft YaHei UI"/>
                <a:ea typeface="Microsoft YaHei UI"/>
                <a:cs typeface="Microsoft YaHei UI"/>
              </a:rPr>
              <a:t>／      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466D5E-E4E5-4FE3-A504-997F66A5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71850"/>
            <a:ext cx="1066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6E8"/>
          </a:solidFill>
          <a:ln xmlns:a="http://schemas.openxmlformats.org/drawingml/2006/main" w="13335">
            <a:solidFill>
              <a:srgbClr val="178A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C41925-C705-4580-B37D-38F7C1A4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38525"/>
            <a:ext cx="1066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8A5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8A5B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753CEF-CC2B-481F-9E1B-C7EAB5E2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371850"/>
            <a:ext cx="1066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1D8"/>
          </a:solidFill>
          <a:ln xmlns:a="http://schemas.openxmlformats.org/drawingml/2006/main" w="13335">
            <a:solidFill>
              <a:srgbClr val="D45D4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2B56D6-99F9-4323-87FE-712227FC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38525"/>
            <a:ext cx="1066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D45D45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D45D45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A47651-DD0C-4577-BA77-6AADFD6F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76750"/>
            <a:ext cx="4038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21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18212F"/>
                </a:solidFill>
                <a:latin typeface="Microsoft YaHei UI"/>
                <a:ea typeface="Microsoft YaHei UI"/>
                <a:cs typeface="Microsoft YaHei UI"/>
              </a:rPr>
              <a:t>5 可以分成 2 和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4310D3-BEDC-41B5-92A8-69698EDE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19700"/>
            <a:ext cx="403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8A5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178A5B"/>
                </a:solidFill>
                <a:latin typeface="Microsoft YaHei UI"/>
                <a:ea typeface="Microsoft YaHei UI"/>
                <a:cs typeface="Microsoft YaHei UI"/>
              </a:rPr>
              <a:t>4 可以分成 1 和 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52AFAB-43D7-4A86-ABE9-A55606F65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19700"/>
            <a:ext cx="403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9B6B0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9B6B00"/>
                </a:solidFill>
                <a:latin typeface="Microsoft YaHei UI"/>
                <a:ea typeface="Microsoft YaHei UI"/>
                <a:cs typeface="Microsoft YaHei UI"/>
              </a:rPr>
              <a:t>5 可以分成 2 和 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6BA5F0-BF5A-4760-8EB6-5826A97E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5790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2223599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D45E32-1F42-4CC6-B613-503381FE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645828-95B7-4F90-B533-E651EF05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23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850" b="1">
                <a:solidFill>
                  <a:srgbClr val="18212F"/>
                </a:solidFill>
                <a:latin typeface="Microsoft YaHei UI"/>
                <a:ea typeface="Microsoft YaHei UI"/>
                <a:cs typeface="Microsoft YaHei UI"/>
              </a:rPr>
              <a:t>请你拆一拆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43A7A-1922-49F1-8400-2F8A139E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723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667085"/>
                </a:solidFill>
                <a:latin typeface="Microsoft YaHei UI"/>
                <a:ea typeface="Microsoft YaHei UI"/>
                <a:cs typeface="Microsoft YaHei UI"/>
              </a:rPr>
              <a:t>在数字下面画一撇一捺，再写出两个数。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EFB57B-71D1-417A-9EFA-A8051585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24000"/>
            <a:ext cx="2571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5D9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456FA1-253B-40AC-A34D-23CD3BED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924050"/>
            <a:ext cx="876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13335">
            <a:solidFill>
              <a:srgbClr val="2E64B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8D2CD6-A1F5-4CBF-9523-7B9707BA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990725"/>
            <a:ext cx="876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E64B6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E64B6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97FD0C-E1E7-41CA-B3A4-8EF596D1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4320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E64B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300" b="1">
                <a:solidFill>
                  <a:srgbClr val="2E64B6"/>
                </a:solidFill>
                <a:latin typeface="Microsoft YaHei UI"/>
                <a:ea typeface="Microsoft YaHei UI"/>
                <a:cs typeface="Microsoft YaHei UI"/>
              </a:rPr>
              <a:t>／    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1D8B78-ED8C-4415-927B-86726540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685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3335">
            <a:solidFill>
              <a:srgbClr val="D5D9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EAC064-8274-4FA4-8211-F1E71587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638550"/>
            <a:ext cx="685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3335">
            <a:solidFill>
              <a:srgbClr val="D5D9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55D04C-9E0E-47CC-9E28-90852705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33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C511DC-6517-4477-BE14-C9175D58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733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C7263B-8AFE-47EE-8548-F1192AFC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24000"/>
            <a:ext cx="2571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5D9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00B34D-B969-41C6-8C65-E2D126E0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924050"/>
            <a:ext cx="876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13335">
            <a:solidFill>
              <a:srgbClr val="2E64B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901FDF-D890-4251-8B0C-746DE11D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990725"/>
            <a:ext cx="876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E64B6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E64B6"/>
                </a:solidFill>
                <a:latin typeface="Aptos Display"/>
                <a:ea typeface="Aptos Display"/>
                <a:cs typeface="Aptos Display"/>
              </a:rPr>
              <a:t>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E3AFC2-6ED6-4A99-A3C4-C92E76A4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4320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E64B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300" b="1">
                <a:solidFill>
                  <a:srgbClr val="2E64B6"/>
                </a:solidFill>
                <a:latin typeface="Microsoft YaHei UI"/>
                <a:ea typeface="Microsoft YaHei UI"/>
                <a:cs typeface="Microsoft YaHei UI"/>
              </a:rPr>
              <a:t>／    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45012A-FDDE-4B89-AC5D-A3629374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38550"/>
            <a:ext cx="685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3335">
            <a:solidFill>
              <a:srgbClr val="D5D9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10E4C9-B23A-46FB-BEA6-CE1C0929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38550"/>
            <a:ext cx="685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3335">
            <a:solidFill>
              <a:srgbClr val="D5D9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2A258A-C6F1-4831-88AE-3192414F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33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94F3DA-806B-4676-9EBD-966CCF12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33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2404E6-9B2C-4E14-AD90-74AA6D6B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24000"/>
            <a:ext cx="2571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5D9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956F24-5DA5-47B7-B57D-F5CF1A66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924050"/>
            <a:ext cx="876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13335">
            <a:solidFill>
              <a:srgbClr val="2E64B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45D833-F61F-481C-9339-A7968DEF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990725"/>
            <a:ext cx="876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E64B6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E64B6"/>
                </a:solidFill>
                <a:latin typeface="Aptos Display"/>
                <a:ea typeface="Aptos Display"/>
                <a:cs typeface="Aptos Display"/>
              </a:rPr>
              <a:t>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7DB235-7E68-4D30-8AEF-EA9CBCEF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4320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E64B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300" b="1">
                <a:solidFill>
                  <a:srgbClr val="2E64B6"/>
                </a:solidFill>
                <a:latin typeface="Microsoft YaHei UI"/>
                <a:ea typeface="Microsoft YaHei UI"/>
                <a:cs typeface="Microsoft YaHei UI"/>
              </a:rPr>
              <a:t>／    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19B651-F824-4B41-91F2-75C07D21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38550"/>
            <a:ext cx="685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3335">
            <a:solidFill>
              <a:srgbClr val="D5D9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8055AE-FFBB-413A-A3A8-6DF3565A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638550"/>
            <a:ext cx="685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3335">
            <a:solidFill>
              <a:srgbClr val="D5D9E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E1A5D3-C645-42BF-AB46-5F914303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33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097312-E2EB-436E-9F53-3FFF9856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733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C1A80A-6B7B-4D1F-85D1-47CEA95D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5790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838260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2026-06-04T02:42:26.4840000Z</dcterms:created>
  <dcterms:modified xsi:type="dcterms:W3CDTF">2026-06-04T02:42:26.4840000Z</dcterms:modified>
</coreProperties>
</file>